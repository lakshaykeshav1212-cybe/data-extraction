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Gill Sans MT"/>
              </a:rPr>
              <a:t>Question 1 : Describe different types of data sources used in ETL with suitable examples.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70C0"/>
                </a:solidFill>
                <a:latin typeface="Gill Sans MT"/>
              </a:rPr>
              <a:t>ANS: Types of Data Sources in ETL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Databases – MySQL, Oracle (example: customer records)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Flat Files – CSV, Excel (example: sales data)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APIs / Web Services – REST API (example: weather data)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Cloud Storage – Amazon S3, Google Cloud Storage (example: log files)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Enterprise Applications – SAP, Salesforce (example: CRM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Gill Sans MT"/>
              </a:rPr>
              <a:t>Question 2 : What is data extraction? Explain its role in the ETL pipeline.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70C0"/>
                </a:solidFill>
                <a:latin typeface="Gill Sans MT"/>
              </a:rPr>
              <a:t>ANS: Data Extraction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Process of collecting data from sources such as databases, files, or APIs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First step of the ETL process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Data is gathered from multiple sources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Extracted data is sent for transformation and loading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Gill Sans MT"/>
              </a:rPr>
              <a:t>Question 3 : Explain the difference between CSV and Excel in terms of extraction and ETL usage.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70C0"/>
                </a:solidFill>
                <a:latin typeface="Gill Sans MT"/>
              </a:rPr>
              <a:t>ANS: CSV vs Excel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CSV – Simple text format, faster extraction, smaller size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CSV – Contains only raw data without formatting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Excel – Supports multiple sheets, formulas, and formatting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Excel – Extraction is slower and more complex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Gill Sans MT"/>
              </a:rPr>
              <a:t>Question 4 : Explain the steps involved in extracting data from a relational database.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70C0"/>
                </a:solidFill>
                <a:latin typeface="Gill Sans MT"/>
              </a:rPr>
              <a:t>ANS: Steps for Extracting Data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Connect to the database using credentials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Select required tables or columns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Write SQL query using SELECT statement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Extract the data from the database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Store or transfer data to ETL tool or staging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Gill Sans MT"/>
              </a:rPr>
              <a:t>Question 5 : Explain three common challenges faced during data extraction.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70C0"/>
                </a:solidFill>
                <a:latin typeface="Gill Sans MT"/>
              </a:rPr>
              <a:t>ANS: Common Challenges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Data inconsistency – Different formats or missing values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Large data volume – Extraction becomes slow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Security issues – Sensitive data must be protected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Gill Sans MT"/>
              </a:rPr>
              <a:t>Question 6 : What are APIs? Explain how APIs help in real-time data extraction.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70C0"/>
                </a:solidFill>
                <a:latin typeface="Gill Sans MT"/>
              </a:rPr>
              <a:t>ANS: APIs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API stands for Application Programming Interface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Allows systems and applications to communicate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Helps extract real-time data from external services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Used for live data such as weather, payments, or stock prices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Gill Sans MT"/>
              </a:rPr>
              <a:t>Question 7 : Why are databases preferred for enterprise-level data extraction?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70C0"/>
                </a:solidFill>
                <a:latin typeface="Gill Sans MT"/>
              </a:rPr>
              <a:t>ANS: Databases for Enterprise Use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Handle very large volumes of structured data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Provide fast querying using SQL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Ensure data integrity and security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Easily integrate with ETL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Gill Sans MT"/>
              </a:rPr>
              <a:t>Question 8 : What steps should an ETL developer take when extracting data from large CSV files (1GB+)?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0070C0"/>
                </a:solidFill>
                <a:latin typeface="Gill Sans MT"/>
              </a:rPr>
              <a:t>ANS: Handling Large CSV Files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Use chunk or batch processing instead of loading full file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Filter required columns during extraction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Use optimized ETL tools or scripts</a:t>
            </a:r>
          </a:p>
          <a:p>
            <a:r>
              <a:rPr sz="2400">
                <a:solidFill>
                  <a:srgbClr val="0070C0"/>
                </a:solidFill>
                <a:latin typeface="Gill Sans MT"/>
              </a:rPr>
              <a:t>Load data into staging tables before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